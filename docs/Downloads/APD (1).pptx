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5" r:id="rId7"/>
    <p:sldId id="264" r:id="rId8"/>
    <p:sldId id="260" r:id="rId9"/>
    <p:sldId id="263" r:id="rId10"/>
    <p:sldId id="274" r:id="rId11"/>
    <p:sldId id="280" r:id="rId12"/>
    <p:sldId id="273" r:id="rId13"/>
    <p:sldId id="272" r:id="rId14"/>
    <p:sldId id="271" r:id="rId15"/>
    <p:sldId id="270" r:id="rId16"/>
    <p:sldId id="269" r:id="rId17"/>
    <p:sldId id="268" r:id="rId18"/>
    <p:sldId id="267" r:id="rId19"/>
    <p:sldId id="277" r:id="rId20"/>
    <p:sldId id="278" r:id="rId21"/>
    <p:sldId id="279" r:id="rId22"/>
    <p:sldId id="27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1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8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5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4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4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8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DE6E6-E8BE-4FCD-81FE-96840F4FB1B6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0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8.png"/><Relationship Id="rId10" Type="http://schemas.microsoft.com/office/2007/relationships/hdphoto" Target="../media/hdphoto4.wdp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714" y="135336"/>
            <a:ext cx="944962" cy="9083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55" y="2118830"/>
            <a:ext cx="1804572" cy="34384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Bahnschrift Condensed" panose="020B0502040204020203" pitchFamily="34" charset="0"/>
              </a:rPr>
              <a:t>3. ALAT PELINDUNG DIRI</a:t>
            </a:r>
            <a:br>
              <a:rPr lang="en-US" b="1" dirty="0" smtClean="0">
                <a:solidFill>
                  <a:srgbClr val="FF0000"/>
                </a:solidFill>
                <a:latin typeface="Bahnschrift Condensed" panose="020B0502040204020203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Bahnschrift Condensed" panose="020B0502040204020203" pitchFamily="34" charset="0"/>
              </a:rPr>
              <a:t>(APD)</a:t>
            </a:r>
            <a:endParaRPr lang="en-US" b="1" dirty="0">
              <a:solidFill>
                <a:srgbClr val="FF000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817" y="2113873"/>
            <a:ext cx="1969179" cy="3292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6737" y="154211"/>
            <a:ext cx="774259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2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fi-FI" sz="3600" b="1" i="0" u="none" strike="noStrike" baseline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3.1. Langkah Penggunaan</a:t>
            </a:r>
          </a:p>
          <a:p>
            <a:pPr algn="ctr"/>
            <a:r>
              <a:rPr lang="fi-FI" sz="3600" b="1" i="0" u="none" strike="noStrike" baseline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Alat Pelindung Diri ( APD 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26837" y="2720704"/>
            <a:ext cx="77677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Alat</a:t>
            </a:r>
            <a:r>
              <a:rPr lang="en-US" sz="2400" dirty="0" smtClean="0"/>
              <a:t> </a:t>
            </a:r>
            <a:r>
              <a:rPr lang="en-US" sz="2400" dirty="0" err="1" smtClean="0"/>
              <a:t>Pelindung</a:t>
            </a:r>
            <a:r>
              <a:rPr lang="en-US" sz="2400" dirty="0" smtClean="0"/>
              <a:t> </a:t>
            </a:r>
            <a:r>
              <a:rPr lang="en-US" sz="2400" dirty="0" err="1" smtClean="0"/>
              <a:t>Diri</a:t>
            </a:r>
            <a:r>
              <a:rPr lang="en-US" sz="2400" dirty="0" smtClean="0"/>
              <a:t> (APD)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dirty="0" err="1" smtClean="0"/>
              <a:t>suatu</a:t>
            </a:r>
            <a:r>
              <a:rPr lang="en-US" sz="2400" dirty="0" smtClean="0"/>
              <a:t> </a:t>
            </a:r>
            <a:r>
              <a:rPr lang="en-US" sz="2400" dirty="0" err="1" smtClean="0"/>
              <a:t>alat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melindungi</a:t>
            </a:r>
            <a:r>
              <a:rPr lang="en-US" sz="2400" dirty="0" smtClean="0"/>
              <a:t> para </a:t>
            </a:r>
            <a:r>
              <a:rPr lang="en-US" sz="2400" dirty="0" err="1" smtClean="0"/>
              <a:t>pekerja</a:t>
            </a:r>
            <a:r>
              <a:rPr lang="en-US" sz="2400" dirty="0" smtClean="0"/>
              <a:t> </a:t>
            </a:r>
            <a:r>
              <a:rPr lang="en-US" sz="2400" dirty="0" err="1" smtClean="0"/>
              <a:t>dari</a:t>
            </a:r>
            <a:r>
              <a:rPr lang="en-US" sz="2400" dirty="0" smtClean="0"/>
              <a:t> </a:t>
            </a:r>
            <a:r>
              <a:rPr lang="en-US" sz="2400" dirty="0" err="1" smtClean="0"/>
              <a:t>sumber</a:t>
            </a:r>
            <a:r>
              <a:rPr lang="en-US" sz="2400" dirty="0" smtClean="0"/>
              <a:t> </a:t>
            </a:r>
            <a:r>
              <a:rPr lang="en-US" sz="2400" dirty="0" err="1" smtClean="0"/>
              <a:t>energi</a:t>
            </a:r>
            <a:r>
              <a:rPr lang="en-US" sz="2400" dirty="0" smtClean="0"/>
              <a:t> </a:t>
            </a:r>
            <a:r>
              <a:rPr lang="en-US" sz="2400" dirty="0" err="1" smtClean="0"/>
              <a:t>dari</a:t>
            </a:r>
            <a:r>
              <a:rPr lang="en-US" sz="2400" dirty="0" smtClean="0"/>
              <a:t> </a:t>
            </a:r>
            <a:r>
              <a:rPr lang="en-US" sz="2400" dirty="0" err="1" smtClean="0"/>
              <a:t>luar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1246909" y="383513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 smtClean="0"/>
              <a:t>Pemakaian</a:t>
            </a:r>
            <a:r>
              <a:rPr lang="en-US" sz="2400" dirty="0" smtClean="0"/>
              <a:t> APD </a:t>
            </a:r>
            <a:r>
              <a:rPr lang="en-US" sz="2400" dirty="0" err="1" smtClean="0"/>
              <a:t>ini</a:t>
            </a:r>
            <a:r>
              <a:rPr lang="en-US" sz="2400" dirty="0" smtClean="0"/>
              <a:t> </a:t>
            </a:r>
            <a:r>
              <a:rPr lang="en-US" sz="2400" dirty="0" err="1" smtClean="0"/>
              <a:t>merupakan</a:t>
            </a:r>
            <a:r>
              <a:rPr lang="en-US" sz="2400" dirty="0" smtClean="0"/>
              <a:t> </a:t>
            </a:r>
            <a:r>
              <a:rPr lang="en-US" sz="2400" dirty="0" err="1" smtClean="0"/>
              <a:t>langkah</a:t>
            </a:r>
            <a:r>
              <a:rPr lang="en-US" sz="2400" dirty="0" smtClean="0"/>
              <a:t> </a:t>
            </a:r>
            <a:r>
              <a:rPr lang="en-US" sz="2400" dirty="0" err="1" smtClean="0"/>
              <a:t>terakhir</a:t>
            </a:r>
            <a:r>
              <a:rPr lang="en-US" sz="2400" dirty="0" smtClean="0"/>
              <a:t> </a:t>
            </a:r>
            <a:r>
              <a:rPr lang="en-US" sz="2400" dirty="0" err="1" smtClean="0"/>
              <a:t>apabila</a:t>
            </a:r>
            <a:r>
              <a:rPr lang="en-US" sz="2400" dirty="0" smtClean="0"/>
              <a:t> </a:t>
            </a:r>
            <a:r>
              <a:rPr lang="en-US" sz="2400" dirty="0" err="1" smtClean="0"/>
              <a:t>langkah-langkah</a:t>
            </a:r>
            <a:r>
              <a:rPr lang="en-US" sz="2400" dirty="0" smtClean="0"/>
              <a:t> :</a:t>
            </a:r>
          </a:p>
          <a:p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	</a:t>
            </a:r>
            <a:r>
              <a:rPr lang="en-US" sz="2000" dirty="0" smtClean="0"/>
              <a:t>• </a:t>
            </a:r>
            <a:r>
              <a:rPr lang="en-US" sz="2000" dirty="0" err="1" smtClean="0"/>
              <a:t>Menghilangkan</a:t>
            </a:r>
            <a:r>
              <a:rPr lang="en-US" sz="2000" dirty="0" smtClean="0"/>
              <a:t> </a:t>
            </a:r>
            <a:r>
              <a:rPr lang="en-US" sz="2000" dirty="0" err="1" smtClean="0"/>
              <a:t>sumber</a:t>
            </a:r>
            <a:r>
              <a:rPr lang="en-US" sz="2000" dirty="0" smtClean="0"/>
              <a:t> </a:t>
            </a:r>
            <a:r>
              <a:rPr lang="en-US" sz="2000" dirty="0" err="1" smtClean="0"/>
              <a:t>bahaya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	• </a:t>
            </a:r>
            <a:r>
              <a:rPr lang="en-US" sz="2000" dirty="0" err="1" smtClean="0"/>
              <a:t>Membatasi</a:t>
            </a:r>
            <a:r>
              <a:rPr lang="en-US" sz="2000" dirty="0" smtClean="0"/>
              <a:t> </a:t>
            </a:r>
            <a:r>
              <a:rPr lang="en-US" sz="2000" dirty="0" err="1" smtClean="0"/>
              <a:t>sumber</a:t>
            </a:r>
            <a:r>
              <a:rPr lang="en-US" sz="2000" dirty="0" smtClean="0"/>
              <a:t> </a:t>
            </a:r>
            <a:r>
              <a:rPr lang="en-US" sz="2000" dirty="0" err="1" smtClean="0"/>
              <a:t>bahaya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	• </a:t>
            </a:r>
            <a:r>
              <a:rPr lang="en-US" sz="2000" dirty="0" err="1" smtClean="0"/>
              <a:t>Mengendalikan</a:t>
            </a:r>
            <a:r>
              <a:rPr lang="en-US" sz="2000" dirty="0" smtClean="0"/>
              <a:t> </a:t>
            </a:r>
            <a:r>
              <a:rPr lang="en-US" sz="2000" dirty="0" err="1" smtClean="0"/>
              <a:t>sumber</a:t>
            </a:r>
            <a:r>
              <a:rPr lang="en-US" sz="2000" dirty="0" smtClean="0"/>
              <a:t> </a:t>
            </a:r>
            <a:r>
              <a:rPr lang="en-US" sz="2000" dirty="0" err="1" smtClean="0"/>
              <a:t>bahaya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	• </a:t>
            </a:r>
            <a:r>
              <a:rPr lang="en-US" sz="2000" dirty="0" err="1" smtClean="0"/>
              <a:t>Sudah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bisa</a:t>
            </a:r>
            <a:r>
              <a:rPr lang="en-US" sz="2000" dirty="0" smtClean="0"/>
              <a:t> </a:t>
            </a:r>
            <a:r>
              <a:rPr lang="en-US" sz="2000" dirty="0" err="1" smtClean="0"/>
              <a:t>dilakukan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1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19629" y="1406297"/>
            <a:ext cx="69559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11801" y="2603710"/>
            <a:ext cx="6520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400" b="1" dirty="0" smtClean="0"/>
              <a:t>Pemilihan APD didasarkan pada beberapa faktor 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1909592" y="3202995"/>
            <a:ext cx="8136999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Dapat</a:t>
            </a:r>
            <a:r>
              <a:rPr lang="en-US" b="1" dirty="0" smtClean="0"/>
              <a:t> </a:t>
            </a:r>
            <a:r>
              <a:rPr lang="en-US" b="1" dirty="0" err="1" smtClean="0"/>
              <a:t>memberikan</a:t>
            </a:r>
            <a:r>
              <a:rPr lang="en-US" b="1" dirty="0" smtClean="0"/>
              <a:t> </a:t>
            </a:r>
            <a:r>
              <a:rPr lang="en-US" b="1" dirty="0" err="1" smtClean="0"/>
              <a:t>perlindungan</a:t>
            </a:r>
            <a:r>
              <a:rPr lang="en-US" b="1" dirty="0" smtClean="0"/>
              <a:t> </a:t>
            </a:r>
            <a:r>
              <a:rPr lang="en-US" b="1" dirty="0" err="1" smtClean="0"/>
              <a:t>terhadap</a:t>
            </a:r>
            <a:r>
              <a:rPr lang="en-US" b="1" dirty="0" smtClean="0"/>
              <a:t> </a:t>
            </a:r>
            <a:r>
              <a:rPr lang="en-US" b="1" dirty="0" err="1" smtClean="0"/>
              <a:t>bahaya</a:t>
            </a:r>
            <a:r>
              <a:rPr lang="en-US" b="1" dirty="0" smtClean="0"/>
              <a:t> yang </a:t>
            </a:r>
            <a:r>
              <a:rPr lang="en-US" b="1" dirty="0" err="1" smtClean="0"/>
              <a:t>dihadapi</a:t>
            </a:r>
            <a:r>
              <a:rPr lang="en-US" b="1" dirty="0" smtClean="0"/>
              <a:t> </a:t>
            </a:r>
            <a:r>
              <a:rPr lang="en-US" b="1" dirty="0" err="1" smtClean="0"/>
              <a:t>oleh</a:t>
            </a:r>
            <a:r>
              <a:rPr lang="en-US" b="1" dirty="0" smtClean="0"/>
              <a:t> </a:t>
            </a:r>
            <a:r>
              <a:rPr lang="en-US" b="1" dirty="0" err="1" smtClean="0"/>
              <a:t>pekerja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Memenuhi</a:t>
            </a:r>
            <a:r>
              <a:rPr lang="en-US" b="1" dirty="0" smtClean="0"/>
              <a:t> standard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Ukuran</a:t>
            </a:r>
            <a:r>
              <a:rPr lang="en-US" b="1" dirty="0" smtClean="0"/>
              <a:t> yang </a:t>
            </a:r>
            <a:r>
              <a:rPr lang="en-US" b="1" dirty="0" err="1" smtClean="0"/>
              <a:t>sesuai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Bentuk</a:t>
            </a:r>
            <a:r>
              <a:rPr lang="en-US" b="1" dirty="0" smtClean="0"/>
              <a:t> </a:t>
            </a:r>
            <a:r>
              <a:rPr lang="en-US" b="1" dirty="0" err="1" smtClean="0"/>
              <a:t>dan</a:t>
            </a:r>
            <a:r>
              <a:rPr lang="en-US" b="1" dirty="0" smtClean="0"/>
              <a:t> </a:t>
            </a:r>
            <a:r>
              <a:rPr lang="en-US" b="1" dirty="0" err="1" smtClean="0"/>
              <a:t>warna</a:t>
            </a:r>
            <a:r>
              <a:rPr lang="en-US" b="1" dirty="0" smtClean="0"/>
              <a:t> </a:t>
            </a:r>
            <a:r>
              <a:rPr lang="en-US" b="1" dirty="0" err="1" smtClean="0"/>
              <a:t>menarik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Beratnya</a:t>
            </a:r>
            <a:r>
              <a:rPr lang="en-US" b="1" dirty="0" smtClean="0"/>
              <a:t> </a:t>
            </a:r>
            <a:r>
              <a:rPr lang="en-US" b="1" dirty="0" err="1" smtClean="0"/>
              <a:t>seringan</a:t>
            </a:r>
            <a:r>
              <a:rPr lang="en-US" b="1" dirty="0" smtClean="0"/>
              <a:t> </a:t>
            </a:r>
            <a:r>
              <a:rPr lang="en-US" b="1" dirty="0" err="1" smtClean="0"/>
              <a:t>mungkin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Tidak</a:t>
            </a:r>
            <a:r>
              <a:rPr lang="en-US" b="1" dirty="0" smtClean="0"/>
              <a:t> </a:t>
            </a:r>
            <a:r>
              <a:rPr lang="en-US" b="1" dirty="0" err="1" smtClean="0"/>
              <a:t>menimbulkan</a:t>
            </a:r>
            <a:r>
              <a:rPr lang="en-US" b="1" dirty="0" smtClean="0"/>
              <a:t> </a:t>
            </a:r>
            <a:r>
              <a:rPr lang="en-US" b="1" dirty="0" err="1" smtClean="0"/>
              <a:t>bahaya</a:t>
            </a:r>
            <a:r>
              <a:rPr lang="en-US" b="1" dirty="0" smtClean="0"/>
              <a:t> </a:t>
            </a:r>
            <a:r>
              <a:rPr lang="en-US" b="1" dirty="0" err="1" smtClean="0"/>
              <a:t>tambahan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Tidak</a:t>
            </a:r>
            <a:r>
              <a:rPr lang="en-US" b="1" dirty="0" smtClean="0"/>
              <a:t> </a:t>
            </a:r>
            <a:r>
              <a:rPr lang="en-US" b="1" dirty="0" err="1" smtClean="0"/>
              <a:t>membatasi</a:t>
            </a:r>
            <a:r>
              <a:rPr lang="en-US" b="1" dirty="0" smtClean="0"/>
              <a:t> </a:t>
            </a:r>
            <a:r>
              <a:rPr lang="en-US" b="1" dirty="0" err="1" smtClean="0"/>
              <a:t>gerak</a:t>
            </a:r>
            <a:r>
              <a:rPr lang="en-US" b="1" dirty="0" smtClean="0"/>
              <a:t> </a:t>
            </a:r>
            <a:r>
              <a:rPr lang="en-US" b="1" dirty="0" err="1" smtClean="0"/>
              <a:t>si</a:t>
            </a:r>
            <a:r>
              <a:rPr lang="en-US" b="1" dirty="0" smtClean="0"/>
              <a:t> </a:t>
            </a:r>
            <a:r>
              <a:rPr lang="en-US" b="1" dirty="0" err="1" smtClean="0"/>
              <a:t>pemakai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Suku</a:t>
            </a:r>
            <a:r>
              <a:rPr lang="en-US" b="1" dirty="0" smtClean="0"/>
              <a:t> </a:t>
            </a:r>
            <a:r>
              <a:rPr lang="en-US" b="1" dirty="0" err="1" smtClean="0"/>
              <a:t>cadangnya</a:t>
            </a:r>
            <a:r>
              <a:rPr lang="en-US" b="1" dirty="0" smtClean="0"/>
              <a:t> </a:t>
            </a:r>
            <a:r>
              <a:rPr lang="en-US" b="1" dirty="0" err="1" smtClean="0"/>
              <a:t>mudah</a:t>
            </a:r>
            <a:r>
              <a:rPr lang="en-US" b="1" dirty="0" smtClean="0"/>
              <a:t> </a:t>
            </a:r>
            <a:r>
              <a:rPr lang="en-US" b="1" dirty="0" err="1" smtClean="0"/>
              <a:t>didapat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927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423799" y="1526496"/>
            <a:ext cx="76227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.3.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Keterbatasan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30036" y="2487035"/>
            <a:ext cx="7102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err="1" smtClean="0"/>
              <a:t>Tujuan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dari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pemakaian</a:t>
            </a:r>
            <a:r>
              <a:rPr lang="en-US" sz="2000" b="1" dirty="0" smtClean="0"/>
              <a:t> APD </a:t>
            </a:r>
            <a:r>
              <a:rPr lang="en-US" sz="2000" b="1" dirty="0" err="1" smtClean="0"/>
              <a:t>adalah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untuk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mengurangi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kontak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energi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dari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sumber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bahaya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karena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diri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mempunyai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keterbatasan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antara</a:t>
            </a:r>
            <a:r>
              <a:rPr lang="en-US" sz="2000" b="1" dirty="0" smtClean="0"/>
              <a:t> lain: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833418" y="3816906"/>
            <a:ext cx="6096000" cy="17113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Terbatas</a:t>
            </a:r>
            <a:r>
              <a:rPr lang="en-US" b="1" dirty="0" smtClean="0"/>
              <a:t> </a:t>
            </a:r>
            <a:r>
              <a:rPr lang="en-US" b="1" dirty="0" err="1" smtClean="0"/>
              <a:t>daerah</a:t>
            </a:r>
            <a:r>
              <a:rPr lang="en-US" b="1" dirty="0" smtClean="0"/>
              <a:t> yang </a:t>
            </a:r>
            <a:r>
              <a:rPr lang="en-US" b="1" dirty="0" err="1" smtClean="0"/>
              <a:t>dilindungi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Terbatas</a:t>
            </a:r>
            <a:r>
              <a:rPr lang="en-US" b="1" dirty="0" smtClean="0"/>
              <a:t> </a:t>
            </a:r>
            <a:r>
              <a:rPr lang="en-US" b="1" dirty="0" err="1" smtClean="0"/>
              <a:t>kemampuannya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Terbatas</a:t>
            </a:r>
            <a:r>
              <a:rPr lang="en-US" b="1" dirty="0" smtClean="0"/>
              <a:t> </a:t>
            </a:r>
            <a:r>
              <a:rPr lang="en-US" b="1" dirty="0" err="1" smtClean="0"/>
              <a:t>jenis</a:t>
            </a:r>
            <a:r>
              <a:rPr lang="en-US" b="1" dirty="0" smtClean="0"/>
              <a:t> </a:t>
            </a:r>
            <a:r>
              <a:rPr lang="en-US" b="1" dirty="0" err="1" smtClean="0"/>
              <a:t>bahaya</a:t>
            </a:r>
            <a:r>
              <a:rPr lang="en-US" b="1" dirty="0" smtClean="0"/>
              <a:t> yang </a:t>
            </a:r>
            <a:r>
              <a:rPr lang="en-US" b="1" dirty="0" err="1" smtClean="0"/>
              <a:t>dilindungi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</a:t>
            </a:r>
            <a:r>
              <a:rPr lang="en-US" b="1" dirty="0" err="1" smtClean="0"/>
              <a:t>Terbatas</a:t>
            </a:r>
            <a:r>
              <a:rPr lang="en-US" b="1" dirty="0" smtClean="0"/>
              <a:t> </a:t>
            </a:r>
            <a:r>
              <a:rPr lang="en-US" b="1" dirty="0" err="1" smtClean="0"/>
              <a:t>waktu</a:t>
            </a:r>
            <a:r>
              <a:rPr lang="en-US" b="1" dirty="0" smtClean="0"/>
              <a:t> </a:t>
            </a:r>
            <a:r>
              <a:rPr lang="en-US" b="1" dirty="0" err="1" smtClean="0"/>
              <a:t>pemakaiannya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0578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387724" y="1498554"/>
            <a:ext cx="74176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de-DE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.4. Jenis – Jenis Alat Pelindung Diri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1709" y="2635056"/>
            <a:ext cx="68626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/>
              <a:t>a.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kepala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safety helm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b.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pernapasan</a:t>
            </a:r>
            <a:r>
              <a:rPr lang="en-US" sz="2000" b="1" dirty="0" smtClean="0"/>
              <a:t> ( </a:t>
            </a:r>
            <a:r>
              <a:rPr lang="en-US" sz="2000" b="1" i="1" dirty="0" smtClean="0"/>
              <a:t>breathing apparatus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c.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telinga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ear protector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d.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mata</a:t>
            </a:r>
            <a:r>
              <a:rPr lang="en-US" sz="2000" b="1" dirty="0" smtClean="0"/>
              <a:t> &amp; </a:t>
            </a:r>
            <a:r>
              <a:rPr lang="en-US" sz="2000" b="1" dirty="0" err="1" smtClean="0"/>
              <a:t>muka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goggle &amp; face shield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e.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badan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apron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f.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anggota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badan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safety gloves &amp; safety shoes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g.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pencegah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jatuh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safety belt</a:t>
            </a:r>
            <a:r>
              <a:rPr lang="en-US" sz="2000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h. 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pencegah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tenggelam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life jacket / work vest</a:t>
            </a:r>
            <a:r>
              <a:rPr lang="en-US" sz="2000" b="1" dirty="0" smtClean="0"/>
              <a:t>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1298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296709" y="1236944"/>
            <a:ext cx="58017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3.4.a.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2438" y="2006385"/>
            <a:ext cx="7936074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melindungi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tempurung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   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batok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benturan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jatuhan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benda-benda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091" y="3197035"/>
            <a:ext cx="6284842" cy="35970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27" y="3207501"/>
            <a:ext cx="5065540" cy="35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1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149600" y="142161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Safety Helmet</a:t>
            </a:r>
          </a:p>
          <a:p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179225" y="2344940"/>
            <a:ext cx="21949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1.Uji </a:t>
            </a:r>
            <a:r>
              <a:rPr lang="en-US" sz="2400" b="1" dirty="0" err="1" smtClean="0"/>
              <a:t>Kekuatan</a:t>
            </a:r>
            <a:r>
              <a:rPr lang="en-US" sz="2400" b="1" dirty="0" smtClean="0"/>
              <a:t> 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1415206" y="2852771"/>
            <a:ext cx="89018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Helmet </a:t>
            </a:r>
            <a:r>
              <a:rPr lang="en-US" sz="2000" dirty="0" err="1" smtClean="0"/>
              <a:t>dipasang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kepala</a:t>
            </a:r>
            <a:r>
              <a:rPr lang="en-US" sz="2000" dirty="0" smtClean="0"/>
              <a:t> </a:t>
            </a:r>
            <a:r>
              <a:rPr lang="en-US" sz="2000" dirty="0" err="1" smtClean="0"/>
              <a:t>buatan</a:t>
            </a:r>
            <a:r>
              <a:rPr lang="en-US" sz="2000" dirty="0" smtClean="0"/>
              <a:t> </a:t>
            </a:r>
            <a:r>
              <a:rPr lang="en-US" sz="2000" dirty="0" err="1" smtClean="0"/>
              <a:t>kemudian</a:t>
            </a:r>
            <a:r>
              <a:rPr lang="en-US" sz="2000" dirty="0" smtClean="0"/>
              <a:t> </a:t>
            </a:r>
            <a:r>
              <a:rPr lang="en-US" sz="2000" dirty="0" err="1" smtClean="0"/>
              <a:t>besi</a:t>
            </a:r>
            <a:r>
              <a:rPr lang="en-US" sz="2000" dirty="0" smtClean="0"/>
              <a:t> </a:t>
            </a:r>
            <a:r>
              <a:rPr lang="en-US" sz="2000" dirty="0" err="1" smtClean="0"/>
              <a:t>dijatuhkan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memberi</a:t>
            </a:r>
            <a:r>
              <a:rPr lang="en-US" sz="2000" dirty="0" smtClean="0"/>
              <a:t> </a:t>
            </a:r>
            <a:r>
              <a:rPr lang="en-US" sz="2000" dirty="0" err="1" smtClean="0"/>
              <a:t>benturan</a:t>
            </a:r>
            <a:r>
              <a:rPr lang="en-US" sz="2000" dirty="0" smtClean="0"/>
              <a:t> 4 kg - 8 kg, </a:t>
            </a:r>
            <a:r>
              <a:rPr lang="en-US" sz="2000" dirty="0" err="1" smtClean="0"/>
              <a:t>lekukan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terjadi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boleh</a:t>
            </a:r>
            <a:r>
              <a:rPr lang="en-US" sz="2000" dirty="0" smtClean="0"/>
              <a:t> </a:t>
            </a:r>
            <a:r>
              <a:rPr lang="en-US" sz="2000" dirty="0" err="1" smtClean="0"/>
              <a:t>melebihi</a:t>
            </a:r>
            <a:r>
              <a:rPr lang="en-US" sz="2000" dirty="0" smtClean="0"/>
              <a:t> </a:t>
            </a:r>
            <a:r>
              <a:rPr lang="en-US" sz="2000" dirty="0" err="1" smtClean="0"/>
              <a:t>jarak</a:t>
            </a:r>
            <a:r>
              <a:rPr lang="en-US" sz="2000" dirty="0" smtClean="0"/>
              <a:t> </a:t>
            </a:r>
            <a:r>
              <a:rPr lang="en-US" sz="2000" dirty="0" err="1" smtClean="0"/>
              <a:t>antara</a:t>
            </a:r>
            <a:r>
              <a:rPr lang="en-US" sz="2000" dirty="0" smtClean="0"/>
              <a:t> helmet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anyaman</a:t>
            </a:r>
            <a:r>
              <a:rPr lang="en-US" sz="2000" dirty="0" smtClean="0"/>
              <a:t> </a:t>
            </a:r>
            <a:r>
              <a:rPr lang="en-US" sz="2000" dirty="0" err="1" smtClean="0"/>
              <a:t>penyangga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290922" y="4736640"/>
            <a:ext cx="20832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2.Uji </a:t>
            </a:r>
            <a:r>
              <a:rPr lang="en-US" sz="2400" b="1" dirty="0" err="1" smtClean="0"/>
              <a:t>Kekakuan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1487547" y="5320266"/>
            <a:ext cx="92158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Tepi</a:t>
            </a:r>
            <a:r>
              <a:rPr lang="en-US" sz="2000" dirty="0" smtClean="0"/>
              <a:t> helmet </a:t>
            </a:r>
            <a:r>
              <a:rPr lang="en-US" sz="2000" dirty="0" err="1" smtClean="0"/>
              <a:t>ditekan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gaya</a:t>
            </a:r>
            <a:r>
              <a:rPr lang="en-US" sz="2000" dirty="0" smtClean="0"/>
              <a:t> 90 N </a:t>
            </a:r>
            <a:r>
              <a:rPr lang="en-US" sz="2000" dirty="0" err="1" smtClean="0"/>
              <a:t>selama</a:t>
            </a:r>
            <a:r>
              <a:rPr lang="en-US" sz="2000" dirty="0" smtClean="0"/>
              <a:t> 8 – 10 </a:t>
            </a:r>
            <a:r>
              <a:rPr lang="en-US" sz="2000" dirty="0" err="1" smtClean="0"/>
              <a:t>detik</a:t>
            </a:r>
            <a:r>
              <a:rPr lang="en-US" sz="2000" dirty="0" smtClean="0"/>
              <a:t>, </a:t>
            </a:r>
            <a:r>
              <a:rPr lang="en-US" sz="2000" dirty="0" err="1" smtClean="0"/>
              <a:t>lekukan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boleh</a:t>
            </a:r>
            <a:r>
              <a:rPr lang="en-US" sz="2000" dirty="0" smtClean="0"/>
              <a:t> </a:t>
            </a:r>
            <a:r>
              <a:rPr lang="en-US" sz="2000" dirty="0" err="1" smtClean="0"/>
              <a:t>melebihi</a:t>
            </a:r>
            <a:r>
              <a:rPr lang="en-US" sz="2000" dirty="0" smtClean="0"/>
              <a:t> 5 mm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18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420" y="-820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05311" y="1350880"/>
            <a:ext cx="55964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Pernapasan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6339" y="2357643"/>
            <a:ext cx="2953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/>
              <a:t>1.Purifying Respirator</a:t>
            </a:r>
            <a:endParaRPr lang="en-US" sz="2400" b="1" i="1" dirty="0"/>
          </a:p>
        </p:txBody>
      </p:sp>
      <p:sp>
        <p:nvSpPr>
          <p:cNvPr id="6" name="Rectangle 5"/>
          <p:cNvSpPr/>
          <p:nvPr/>
        </p:nvSpPr>
        <p:spPr>
          <a:xfrm>
            <a:off x="942108" y="2947004"/>
            <a:ext cx="50800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sv-SE" sz="2000" dirty="0" smtClean="0"/>
              <a:t>Orang yang memakai alat ini udara pernapasannya diambil dari hasil proses pemurnian udara lingkungan yang terkontaminasi.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145309" y="4398139"/>
            <a:ext cx="47511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Cara </a:t>
            </a:r>
            <a:r>
              <a:rPr lang="en-US" sz="2400" b="1" dirty="0" err="1" smtClean="0"/>
              <a:t>kerja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alat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ini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dapat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dibagi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tiga</a:t>
            </a:r>
            <a:r>
              <a:rPr lang="en-US" sz="2400" b="1" dirty="0" smtClean="0"/>
              <a:t> :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1524000" y="493176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t-IT" sz="2000" dirty="0" smtClean="0"/>
              <a:t>• Secara </a:t>
            </a:r>
            <a:r>
              <a:rPr lang="it-IT" sz="2000" i="1" dirty="0" smtClean="0"/>
              <a:t>Chemical</a:t>
            </a:r>
          </a:p>
          <a:p>
            <a:pPr>
              <a:lnSpc>
                <a:spcPct val="150000"/>
              </a:lnSpc>
            </a:pPr>
            <a:r>
              <a:rPr lang="it-IT" sz="2000" dirty="0" smtClean="0"/>
              <a:t>•  Secara </a:t>
            </a:r>
            <a:r>
              <a:rPr lang="it-IT" sz="2000" i="1" dirty="0" smtClean="0"/>
              <a:t>Mechanical</a:t>
            </a:r>
          </a:p>
          <a:p>
            <a:pPr>
              <a:lnSpc>
                <a:spcPct val="150000"/>
              </a:lnSpc>
            </a:pPr>
            <a:r>
              <a:rPr lang="it-IT" sz="2000" dirty="0" smtClean="0"/>
              <a:t>•  </a:t>
            </a:r>
            <a:r>
              <a:rPr lang="it-IT" sz="2000" i="1" dirty="0" smtClean="0"/>
              <a:t>Combination</a:t>
            </a:r>
            <a:endParaRPr lang="en-US" sz="2000" i="1" dirty="0"/>
          </a:p>
        </p:txBody>
      </p:sp>
      <p:grpSp>
        <p:nvGrpSpPr>
          <p:cNvPr id="14" name="Group 4"/>
          <p:cNvGrpSpPr>
            <a:grpSpLocks noChangeAspect="1"/>
          </p:cNvGrpSpPr>
          <p:nvPr/>
        </p:nvGrpSpPr>
        <p:grpSpPr bwMode="auto">
          <a:xfrm>
            <a:off x="8601075" y="2120900"/>
            <a:ext cx="2689225" cy="2673350"/>
            <a:chOff x="5418" y="1336"/>
            <a:chExt cx="1694" cy="1684"/>
          </a:xfrm>
        </p:grpSpPr>
        <p:sp>
          <p:nvSpPr>
            <p:cNvPr id="15" name="AutoShape 3"/>
            <p:cNvSpPr>
              <a:spLocks noChangeAspect="1" noChangeArrowheads="1" noTextEdit="1"/>
            </p:cNvSpPr>
            <p:nvPr/>
          </p:nvSpPr>
          <p:spPr bwMode="auto">
            <a:xfrm>
              <a:off x="5418" y="1336"/>
              <a:ext cx="1694" cy="1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8" y="1336"/>
              <a:ext cx="1698" cy="1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446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155" y="1960480"/>
            <a:ext cx="31311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/>
              <a:t>2. Supplying Respirator</a:t>
            </a:r>
            <a:endParaRPr lang="en-US" sz="2400" b="1" i="1" dirty="0"/>
          </a:p>
        </p:txBody>
      </p:sp>
      <p:sp>
        <p:nvSpPr>
          <p:cNvPr id="3" name="Rectangle 2"/>
          <p:cNvSpPr/>
          <p:nvPr/>
        </p:nvSpPr>
        <p:spPr>
          <a:xfrm>
            <a:off x="1001155" y="2505373"/>
            <a:ext cx="5639790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Orang yang </a:t>
            </a:r>
            <a:r>
              <a:rPr lang="en-US" sz="2000" dirty="0" err="1" smtClean="0"/>
              <a:t>memakai</a:t>
            </a:r>
            <a:r>
              <a:rPr lang="en-US" sz="2000" dirty="0" smtClean="0"/>
              <a:t> </a:t>
            </a:r>
            <a:r>
              <a:rPr lang="en-US" sz="2000" dirty="0" err="1" smtClean="0"/>
              <a:t>alat</a:t>
            </a:r>
            <a:r>
              <a:rPr lang="en-US" sz="2000" dirty="0" smtClean="0"/>
              <a:t> </a:t>
            </a:r>
            <a:r>
              <a:rPr lang="en-US" sz="2000" dirty="0" err="1" smtClean="0"/>
              <a:t>ini</a:t>
            </a:r>
            <a:r>
              <a:rPr lang="en-US" sz="2000" dirty="0" smtClean="0"/>
              <a:t> </a:t>
            </a:r>
            <a:r>
              <a:rPr lang="en-US" sz="2000" dirty="0" err="1" smtClean="0"/>
              <a:t>udara</a:t>
            </a:r>
            <a:r>
              <a:rPr lang="en-US" sz="2000" dirty="0" smtClean="0"/>
              <a:t> </a:t>
            </a:r>
            <a:r>
              <a:rPr lang="en-US" sz="2000" dirty="0" err="1" smtClean="0"/>
              <a:t>pernapasannya</a:t>
            </a:r>
            <a:r>
              <a:rPr lang="en-US" sz="2000" dirty="0" smtClean="0"/>
              <a:t> di </a:t>
            </a:r>
            <a:r>
              <a:rPr lang="en-US" sz="2000" dirty="0" err="1" smtClean="0"/>
              <a:t>suplai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luar</a:t>
            </a:r>
            <a:r>
              <a:rPr lang="en-US" sz="2000" dirty="0" smtClean="0"/>
              <a:t>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en-US" sz="2000" dirty="0" err="1" smtClean="0"/>
              <a:t>relatif</a:t>
            </a:r>
            <a:r>
              <a:rPr lang="en-US" sz="2000" dirty="0" smtClean="0"/>
              <a:t> </a:t>
            </a:r>
            <a:r>
              <a:rPr lang="en-US" sz="2000" dirty="0" err="1" smtClean="0"/>
              <a:t>tidak</a:t>
            </a:r>
            <a:r>
              <a:rPr lang="en-US" sz="2000" dirty="0" smtClean="0"/>
              <a:t> </a:t>
            </a:r>
            <a:r>
              <a:rPr lang="en-US" sz="2000" dirty="0" err="1" smtClean="0"/>
              <a:t>terpengaruh</a:t>
            </a:r>
            <a:r>
              <a:rPr lang="en-US" sz="2000" dirty="0" smtClean="0"/>
              <a:t> </a:t>
            </a:r>
            <a:r>
              <a:rPr lang="en-US" sz="2000" dirty="0" err="1" smtClean="0"/>
              <a:t>oleh</a:t>
            </a:r>
            <a:r>
              <a:rPr lang="en-US" sz="2000" dirty="0" smtClean="0"/>
              <a:t> </a:t>
            </a:r>
            <a:r>
              <a:rPr lang="en-US" sz="2000" dirty="0" err="1" smtClean="0"/>
              <a:t>kondisi</a:t>
            </a:r>
            <a:r>
              <a:rPr lang="en-US" sz="2000" dirty="0" smtClean="0"/>
              <a:t> </a:t>
            </a:r>
            <a:r>
              <a:rPr lang="en-US" sz="2000" dirty="0" err="1" smtClean="0"/>
              <a:t>udara</a:t>
            </a:r>
            <a:r>
              <a:rPr lang="en-US" sz="2000" dirty="0" smtClean="0"/>
              <a:t> </a:t>
            </a:r>
            <a:r>
              <a:rPr lang="en-US" sz="2000" dirty="0" err="1" smtClean="0"/>
              <a:t>lingkungan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dihadapi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1084333" y="4278899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err="1" smtClean="0"/>
              <a:t>Jenis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ini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ada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dua</a:t>
            </a:r>
            <a:r>
              <a:rPr lang="en-US" sz="2000" b="1" dirty="0" smtClean="0"/>
              <a:t> type :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•  </a:t>
            </a:r>
            <a:r>
              <a:rPr lang="en-US" sz="2000" i="1" dirty="0" smtClean="0"/>
              <a:t>Air line</a:t>
            </a:r>
          </a:p>
          <a:p>
            <a:pPr>
              <a:lnSpc>
                <a:spcPct val="150000"/>
              </a:lnSpc>
            </a:pPr>
            <a:r>
              <a:rPr lang="en-US" sz="2000" i="1" dirty="0" smtClean="0"/>
              <a:t>• SCBA ( Self Contained Breathing Apparatus)</a:t>
            </a:r>
            <a:endParaRPr lang="en-US" sz="2000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287" y="1251411"/>
            <a:ext cx="3223459" cy="23507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500" b="10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51431" y="3935297"/>
            <a:ext cx="2774807" cy="29227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04724" y="2118686"/>
            <a:ext cx="846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Air line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264666" y="5417672"/>
            <a:ext cx="669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SCBA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0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" y="-70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47950" y="1113834"/>
            <a:ext cx="46993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Telinga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3563" y="2228262"/>
            <a:ext cx="66317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 smtClean="0"/>
              <a:t>Alat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ini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digunakan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untuk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meredam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suara</a:t>
            </a:r>
            <a:r>
              <a:rPr lang="en-US" sz="2400" b="1" dirty="0" smtClean="0"/>
              <a:t> yang </a:t>
            </a:r>
            <a:r>
              <a:rPr lang="en-US" sz="2400" b="1" dirty="0" err="1" smtClean="0"/>
              <a:t>tidak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dikehendaki</a:t>
            </a:r>
            <a:r>
              <a:rPr lang="en-US" sz="2400" b="1" dirty="0" smtClean="0"/>
              <a:t> (</a:t>
            </a:r>
            <a:r>
              <a:rPr lang="en-US" sz="2400" b="1" dirty="0" err="1" smtClean="0"/>
              <a:t>bising</a:t>
            </a:r>
            <a:r>
              <a:rPr lang="en-US" sz="2400" b="1" dirty="0" smtClean="0"/>
              <a:t>) </a:t>
            </a:r>
            <a:r>
              <a:rPr lang="en-US" sz="2400" b="1" dirty="0" err="1" smtClean="0"/>
              <a:t>alat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ini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ada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dua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jenis</a:t>
            </a:r>
            <a:r>
              <a:rPr lang="en-US" sz="2400" b="1" dirty="0" smtClean="0"/>
              <a:t> 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877455" y="3789077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•</a:t>
            </a:r>
            <a:r>
              <a:rPr lang="en-US" dirty="0" smtClean="0"/>
              <a:t>  </a:t>
            </a:r>
            <a:r>
              <a:rPr lang="en-US" sz="2000" b="1" i="1" dirty="0" smtClean="0"/>
              <a:t>Ear Plug</a:t>
            </a:r>
          </a:p>
          <a:p>
            <a:r>
              <a:rPr lang="en-US" sz="2000" b="1" i="1" dirty="0" smtClean="0"/>
              <a:t>•  Ear Mug</a:t>
            </a:r>
            <a:endParaRPr lang="en-US" sz="2000" b="1" i="1" dirty="0"/>
          </a:p>
        </p:txBody>
      </p:sp>
      <p:grpSp>
        <p:nvGrpSpPr>
          <p:cNvPr id="10" name="Group 4"/>
          <p:cNvGrpSpPr>
            <a:grpSpLocks noChangeAspect="1"/>
          </p:cNvGrpSpPr>
          <p:nvPr/>
        </p:nvGrpSpPr>
        <p:grpSpPr bwMode="auto">
          <a:xfrm>
            <a:off x="7891464" y="2195512"/>
            <a:ext cx="3919539" cy="2536826"/>
            <a:chOff x="4971" y="1383"/>
            <a:chExt cx="2469" cy="1598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5240" y="2006"/>
              <a:ext cx="1459" cy="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1" y="1383"/>
              <a:ext cx="2469" cy="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8076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8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19729" y="1113834"/>
            <a:ext cx="6955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Mulut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Hidung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3563" y="2228262"/>
            <a:ext cx="663170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/>
              <a:t>APD </a:t>
            </a:r>
            <a:r>
              <a:rPr lang="en-US" sz="2400" b="1" dirty="0" err="1" smtClean="0"/>
              <a:t>ini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juga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biasa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disebut</a:t>
            </a:r>
            <a:r>
              <a:rPr lang="en-US" sz="2400" b="1" dirty="0" smtClean="0"/>
              <a:t> Masker yang </a:t>
            </a:r>
            <a:r>
              <a:rPr lang="en-US" sz="2400" b="1" dirty="0" err="1" smtClean="0"/>
              <a:t>berfungsi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untuk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melindungi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bagian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dalam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tubuh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melalui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saluran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pernapasan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hidung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mulut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dari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oksigen</a:t>
            </a:r>
            <a:r>
              <a:rPr lang="en-US" sz="2400" b="1" dirty="0" smtClean="0"/>
              <a:t> yang </a:t>
            </a:r>
            <a:r>
              <a:rPr lang="en-US" sz="2400" b="1" dirty="0" err="1" smtClean="0"/>
              <a:t>terkontaminasi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dari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partikel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debu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dan</a:t>
            </a:r>
            <a:r>
              <a:rPr lang="en-US" sz="2400" b="1" dirty="0" smtClean="0"/>
              <a:t> gas yang </a:t>
            </a:r>
            <a:r>
              <a:rPr lang="en-US" sz="2400" b="1" dirty="0" err="1" smtClean="0"/>
              <a:t>dapat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merusak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atau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setidaknya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mengganggu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pernapasan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924" y="2390486"/>
            <a:ext cx="2857500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837" y="4170793"/>
            <a:ext cx="2529674" cy="25296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2203" y="5128590"/>
            <a:ext cx="2913200" cy="172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1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53642" y="1378588"/>
            <a:ext cx="64684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i-FI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 Pelindung Mata dan Muka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0353" y="2234516"/>
            <a:ext cx="7937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000" b="1" dirty="0" smtClean="0"/>
              <a:t>1.  Alat Pelindung Mata (goggles) berfungsi untuk melindungi mata dari :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969818" y="2844223"/>
            <a:ext cx="6908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sv-SE" sz="2000" b="1" dirty="0" smtClean="0"/>
              <a:t>•  Sinar inframerah atau ultra violet pada pekerjaan pengelasan</a:t>
            </a:r>
          </a:p>
          <a:p>
            <a:pPr>
              <a:lnSpc>
                <a:spcPct val="150000"/>
              </a:lnSpc>
            </a:pPr>
            <a:r>
              <a:rPr lang="sv-SE" sz="2000" b="1" dirty="0" smtClean="0"/>
              <a:t>•  Butiran benda keras pada pekerjaan logam</a:t>
            </a:r>
          </a:p>
          <a:p>
            <a:pPr>
              <a:lnSpc>
                <a:spcPct val="150000"/>
              </a:lnSpc>
            </a:pPr>
            <a:r>
              <a:rPr lang="sv-SE" sz="2000" b="1" dirty="0" smtClean="0"/>
              <a:t>•  Butiran debu atau butiran padat lainnya</a:t>
            </a:r>
            <a:endParaRPr lang="en-US" sz="20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118" y="4413915"/>
            <a:ext cx="8633691" cy="219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9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64144" y="1387917"/>
            <a:ext cx="83958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Muka</a:t>
            </a:r>
            <a:endParaRPr lang="en-US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Face Shield )</a:t>
            </a:r>
          </a:p>
        </p:txBody>
      </p:sp>
      <p:sp>
        <p:nvSpPr>
          <p:cNvPr id="3" name="Rectangle 2"/>
          <p:cNvSpPr/>
          <p:nvPr/>
        </p:nvSpPr>
        <p:spPr>
          <a:xfrm>
            <a:off x="701964" y="2852166"/>
            <a:ext cx="6096000" cy="129586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 smtClean="0"/>
              <a:t>Berfungsi</a:t>
            </a:r>
            <a:r>
              <a:rPr lang="en-US" b="1" dirty="0" smtClean="0"/>
              <a:t> </a:t>
            </a:r>
            <a:r>
              <a:rPr lang="en-US" b="1" dirty="0" err="1" smtClean="0"/>
              <a:t>untuk</a:t>
            </a:r>
            <a:r>
              <a:rPr lang="en-US" b="1" dirty="0" smtClean="0"/>
              <a:t> </a:t>
            </a:r>
            <a:r>
              <a:rPr lang="en-US" b="1" dirty="0" err="1" smtClean="0"/>
              <a:t>melindungi</a:t>
            </a:r>
            <a:r>
              <a:rPr lang="en-US" b="1" dirty="0" smtClean="0"/>
              <a:t> </a:t>
            </a:r>
            <a:r>
              <a:rPr lang="en-US" b="1" dirty="0" err="1" smtClean="0"/>
              <a:t>muka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percikan</a:t>
            </a:r>
            <a:r>
              <a:rPr lang="en-US" b="1" dirty="0" smtClean="0"/>
              <a:t> </a:t>
            </a:r>
            <a:r>
              <a:rPr lang="en-US" b="1" dirty="0" err="1" smtClean="0"/>
              <a:t>cairan</a:t>
            </a:r>
            <a:r>
              <a:rPr lang="en-US" b="1" dirty="0" smtClean="0"/>
              <a:t> </a:t>
            </a:r>
            <a:r>
              <a:rPr lang="en-US" b="1" dirty="0" err="1" smtClean="0"/>
              <a:t>bahan</a:t>
            </a:r>
            <a:r>
              <a:rPr lang="en-US" b="1" dirty="0" smtClean="0"/>
              <a:t> </a:t>
            </a:r>
            <a:r>
              <a:rPr lang="en-US" b="1" dirty="0" err="1" smtClean="0"/>
              <a:t>kimia</a:t>
            </a:r>
            <a:r>
              <a:rPr lang="en-US" b="1" dirty="0" smtClean="0"/>
              <a:t> </a:t>
            </a:r>
            <a:r>
              <a:rPr lang="en-US" b="1" dirty="0" err="1" smtClean="0"/>
              <a:t>pada</a:t>
            </a:r>
            <a:r>
              <a:rPr lang="en-US" b="1" dirty="0" smtClean="0"/>
              <a:t> </a:t>
            </a:r>
            <a:r>
              <a:rPr lang="en-US" b="1" dirty="0" err="1" smtClean="0"/>
              <a:t>pekerjaan</a:t>
            </a:r>
            <a:r>
              <a:rPr lang="en-US" b="1" dirty="0" smtClean="0"/>
              <a:t> </a:t>
            </a:r>
            <a:r>
              <a:rPr lang="en-US" b="1" dirty="0" err="1" smtClean="0"/>
              <a:t>laboratorium</a:t>
            </a:r>
            <a:r>
              <a:rPr lang="en-US" b="1" dirty="0" smtClean="0"/>
              <a:t> </a:t>
            </a:r>
            <a:r>
              <a:rPr lang="en-US" b="1" dirty="0" err="1" smtClean="0"/>
              <a:t>serta</a:t>
            </a:r>
            <a:r>
              <a:rPr lang="en-US" b="1" dirty="0" smtClean="0"/>
              <a:t> </a:t>
            </a:r>
            <a:r>
              <a:rPr lang="en-US" b="1" dirty="0" err="1" smtClean="0"/>
              <a:t>butiran</a:t>
            </a:r>
            <a:r>
              <a:rPr lang="en-US" b="1" dirty="0" smtClean="0"/>
              <a:t> </a:t>
            </a:r>
            <a:r>
              <a:rPr lang="en-US" b="1" dirty="0" err="1" smtClean="0"/>
              <a:t>logam</a:t>
            </a:r>
            <a:r>
              <a:rPr lang="en-US" b="1" dirty="0" smtClean="0"/>
              <a:t> </a:t>
            </a:r>
            <a:r>
              <a:rPr lang="en-US" b="1" dirty="0" err="1" smtClean="0"/>
              <a:t>pada</a:t>
            </a:r>
            <a:r>
              <a:rPr lang="en-US" b="1" dirty="0" smtClean="0"/>
              <a:t> </a:t>
            </a:r>
            <a:r>
              <a:rPr lang="en-US" b="1" dirty="0" err="1" smtClean="0"/>
              <a:t>pekerjaan</a:t>
            </a:r>
            <a:r>
              <a:rPr lang="en-US" b="1" dirty="0" smtClean="0"/>
              <a:t> </a:t>
            </a:r>
            <a:r>
              <a:rPr lang="en-US" b="1" dirty="0" err="1" smtClean="0"/>
              <a:t>penggerindaan</a:t>
            </a:r>
            <a:r>
              <a:rPr lang="en-US" b="1" dirty="0" smtClean="0"/>
              <a:t>.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659" y="2997703"/>
            <a:ext cx="3681646" cy="353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60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66" y="-11143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57446" y="1323170"/>
            <a:ext cx="45448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Badan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9444" y="2274541"/>
            <a:ext cx="533113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•  </a:t>
            </a:r>
            <a:r>
              <a:rPr lang="en-US" b="1" dirty="0" smtClean="0"/>
              <a:t>Apron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bahan</a:t>
            </a:r>
            <a:r>
              <a:rPr lang="en-US" b="1" dirty="0" smtClean="0"/>
              <a:t> </a:t>
            </a:r>
            <a:r>
              <a:rPr lang="en-US" b="1" dirty="0" err="1" smtClean="0"/>
              <a:t>kulit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  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melindungi</a:t>
            </a:r>
            <a:r>
              <a:rPr lang="en-US" dirty="0" smtClean="0"/>
              <a:t> </a:t>
            </a:r>
            <a:r>
              <a:rPr lang="en-US" dirty="0" err="1" smtClean="0"/>
              <a:t>badan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bahan</a:t>
            </a:r>
            <a:r>
              <a:rPr lang="en-US" dirty="0" smtClean="0"/>
              <a:t> –     	</a:t>
            </a:r>
            <a:r>
              <a:rPr lang="en-US" dirty="0" err="1" smtClean="0"/>
              <a:t>bahan</a:t>
            </a:r>
            <a:r>
              <a:rPr lang="en-US" dirty="0" smtClean="0"/>
              <a:t> </a:t>
            </a:r>
            <a:r>
              <a:rPr lang="en-US" dirty="0" err="1" smtClean="0"/>
              <a:t>panas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pengelasan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	</a:t>
            </a:r>
            <a:r>
              <a:rPr lang="en-US" dirty="0" err="1" smtClean="0"/>
              <a:t>pengecoran</a:t>
            </a:r>
            <a:r>
              <a:rPr lang="en-US" dirty="0" smtClean="0"/>
              <a:t> </a:t>
            </a:r>
            <a:r>
              <a:rPr lang="en-US" dirty="0" err="1" smtClean="0"/>
              <a:t>logam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 Apron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bahan</a:t>
            </a:r>
            <a:r>
              <a:rPr lang="en-US" b="1" dirty="0" smtClean="0"/>
              <a:t> PVC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	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melindungi</a:t>
            </a:r>
            <a:r>
              <a:rPr lang="en-US" dirty="0" smtClean="0"/>
              <a:t> </a:t>
            </a:r>
            <a:r>
              <a:rPr lang="en-US" dirty="0" err="1" smtClean="0"/>
              <a:t>badan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bahan</a:t>
            </a:r>
            <a:r>
              <a:rPr lang="en-US" dirty="0" smtClean="0"/>
              <a:t> </a:t>
            </a:r>
            <a:r>
              <a:rPr lang="en-US" dirty="0" err="1" smtClean="0"/>
              <a:t>kimia</a:t>
            </a:r>
            <a:r>
              <a:rPr lang="en-US" dirty="0" smtClean="0"/>
              <a:t> 	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pekerjaan</a:t>
            </a:r>
            <a:r>
              <a:rPr lang="en-US" dirty="0" smtClean="0"/>
              <a:t> </a:t>
            </a:r>
            <a:r>
              <a:rPr lang="en-US" dirty="0" err="1" smtClean="0"/>
              <a:t>laboratorium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	</a:t>
            </a:r>
            <a:r>
              <a:rPr lang="en-US" dirty="0" err="1" smtClean="0"/>
              <a:t>instalasi</a:t>
            </a:r>
            <a:r>
              <a:rPr lang="en-US" dirty="0" smtClean="0"/>
              <a:t> </a:t>
            </a:r>
            <a:r>
              <a:rPr lang="en-US" dirty="0" err="1" smtClean="0"/>
              <a:t>pencampuran</a:t>
            </a:r>
            <a:r>
              <a:rPr lang="en-US" dirty="0" smtClean="0"/>
              <a:t> TEL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•  Apron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bahan</a:t>
            </a:r>
            <a:r>
              <a:rPr lang="en-US" b="1" dirty="0" smtClean="0"/>
              <a:t> </a:t>
            </a:r>
            <a:r>
              <a:rPr lang="en-US" b="1" dirty="0" err="1" smtClean="0"/>
              <a:t>Pb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  	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melindungi</a:t>
            </a:r>
            <a:r>
              <a:rPr lang="en-US" dirty="0" smtClean="0"/>
              <a:t> </a:t>
            </a:r>
            <a:r>
              <a:rPr lang="en-US" dirty="0" err="1" smtClean="0"/>
              <a:t>badan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bahaya</a:t>
            </a:r>
            <a:r>
              <a:rPr lang="en-US" dirty="0" smtClean="0"/>
              <a:t> </a:t>
            </a:r>
            <a:r>
              <a:rPr lang="en-US" dirty="0" err="1" smtClean="0"/>
              <a:t>radiasi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9" b="98667" l="9778" r="8977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0025" y="2091119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78" b="98222" l="7556" r="5866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47547" y="1579709"/>
            <a:ext cx="2512259" cy="2763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89778" l="9778" r="8977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74037" y="4378733"/>
            <a:ext cx="2143125" cy="2143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83242" y="4204860"/>
            <a:ext cx="15732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Apron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bahan</a:t>
            </a:r>
            <a:r>
              <a:rPr lang="en-US" sz="1200" dirty="0" smtClean="0"/>
              <a:t> </a:t>
            </a:r>
            <a:r>
              <a:rPr lang="en-US" sz="1200" dirty="0" err="1" smtClean="0"/>
              <a:t>kulit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10072818" y="4343359"/>
            <a:ext cx="1515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Apron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bahan</a:t>
            </a:r>
            <a:r>
              <a:rPr lang="en-US" sz="1200" dirty="0" smtClean="0"/>
              <a:t> </a:t>
            </a:r>
            <a:r>
              <a:rPr lang="en-US" sz="1200" dirty="0" err="1" smtClean="0"/>
              <a:t>Pvc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8324729" y="6457100"/>
            <a:ext cx="14629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Apron </a:t>
            </a:r>
            <a:r>
              <a:rPr lang="en-US" sz="1200" dirty="0" err="1" smtClean="0"/>
              <a:t>dari</a:t>
            </a:r>
            <a:r>
              <a:rPr lang="en-US" sz="1200" dirty="0" smtClean="0"/>
              <a:t> </a:t>
            </a:r>
            <a:r>
              <a:rPr lang="en-US" sz="1200" dirty="0" err="1" smtClean="0"/>
              <a:t>bahan</a:t>
            </a:r>
            <a:r>
              <a:rPr lang="en-US" sz="1200" dirty="0" smtClean="0"/>
              <a:t> </a:t>
            </a:r>
            <a:r>
              <a:rPr lang="en-US" sz="1200" dirty="0" err="1" smtClean="0"/>
              <a:t>Pb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4618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28536" y="1277309"/>
            <a:ext cx="67381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Pelindung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Badan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0152" y="2246806"/>
            <a:ext cx="29402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1.  </a:t>
            </a:r>
            <a:r>
              <a:rPr lang="en-US" sz="2000" b="1" dirty="0" err="1" smtClean="0"/>
              <a:t>Sarung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Tangan</a:t>
            </a:r>
            <a:r>
              <a:rPr lang="en-US" sz="2000" b="1" dirty="0" smtClean="0"/>
              <a:t> (gloves)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100151" y="2778665"/>
            <a:ext cx="8466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Digunakan</a:t>
            </a:r>
            <a:r>
              <a:rPr lang="en-US" b="1" dirty="0" smtClean="0"/>
              <a:t> </a:t>
            </a:r>
            <a:r>
              <a:rPr lang="en-US" b="1" dirty="0" err="1" smtClean="0"/>
              <a:t>untuk</a:t>
            </a:r>
            <a:r>
              <a:rPr lang="en-US" b="1" dirty="0" smtClean="0"/>
              <a:t> </a:t>
            </a:r>
            <a:r>
              <a:rPr lang="en-US" b="1" dirty="0" err="1" smtClean="0"/>
              <a:t>melindungi</a:t>
            </a:r>
            <a:r>
              <a:rPr lang="en-US" b="1" dirty="0" smtClean="0"/>
              <a:t> </a:t>
            </a:r>
            <a:r>
              <a:rPr lang="en-US" b="1" dirty="0" err="1" smtClean="0"/>
              <a:t>jari</a:t>
            </a:r>
            <a:r>
              <a:rPr lang="en-US" b="1" dirty="0" smtClean="0"/>
              <a:t> </a:t>
            </a:r>
            <a:r>
              <a:rPr lang="en-US" b="1" dirty="0" err="1" smtClean="0"/>
              <a:t>tangan</a:t>
            </a:r>
            <a:r>
              <a:rPr lang="en-US" b="1" dirty="0" smtClean="0"/>
              <a:t> </a:t>
            </a:r>
            <a:r>
              <a:rPr lang="en-US" b="1" dirty="0" err="1" smtClean="0"/>
              <a:t>sampai</a:t>
            </a:r>
            <a:r>
              <a:rPr lang="en-US" b="1" dirty="0" smtClean="0"/>
              <a:t> </a:t>
            </a:r>
            <a:r>
              <a:rPr lang="en-US" b="1" dirty="0" err="1" smtClean="0"/>
              <a:t>batas</a:t>
            </a:r>
            <a:r>
              <a:rPr lang="en-US" b="1" dirty="0" smtClean="0"/>
              <a:t> </a:t>
            </a:r>
            <a:r>
              <a:rPr lang="en-US" b="1" dirty="0" err="1" smtClean="0"/>
              <a:t>dibawah</a:t>
            </a:r>
            <a:r>
              <a:rPr lang="en-US" b="1" dirty="0" smtClean="0"/>
              <a:t> </a:t>
            </a:r>
            <a:r>
              <a:rPr lang="en-US" b="1" dirty="0" err="1" smtClean="0"/>
              <a:t>siku</a:t>
            </a:r>
            <a:r>
              <a:rPr lang="en-US" b="1" dirty="0" smtClean="0"/>
              <a:t> </a:t>
            </a:r>
            <a:r>
              <a:rPr lang="en-US" b="1" dirty="0" err="1" smtClean="0"/>
              <a:t>terhadap</a:t>
            </a:r>
            <a:r>
              <a:rPr lang="en-US" b="1" dirty="0" smtClean="0"/>
              <a:t> </a:t>
            </a:r>
            <a:r>
              <a:rPr lang="en-US" b="1" dirty="0" err="1" smtClean="0"/>
              <a:t>bahaya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1533237" y="337295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•  </a:t>
            </a:r>
            <a:r>
              <a:rPr lang="en-US" b="1" dirty="0" err="1" smtClean="0"/>
              <a:t>Bahaya</a:t>
            </a:r>
            <a:r>
              <a:rPr lang="en-US" b="1" dirty="0" smtClean="0"/>
              <a:t> </a:t>
            </a:r>
            <a:r>
              <a:rPr lang="en-US" b="1" dirty="0" err="1" smtClean="0"/>
              <a:t>panas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kulit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 </a:t>
            </a:r>
            <a:r>
              <a:rPr lang="en-US" b="1" dirty="0" err="1" smtClean="0"/>
              <a:t>Bahaya</a:t>
            </a:r>
            <a:r>
              <a:rPr lang="en-US" b="1" dirty="0" smtClean="0"/>
              <a:t> </a:t>
            </a:r>
            <a:r>
              <a:rPr lang="en-US" b="1" dirty="0" err="1" smtClean="0"/>
              <a:t>radiasi</a:t>
            </a:r>
            <a:r>
              <a:rPr lang="en-US" b="1" dirty="0" smtClean="0"/>
              <a:t> </a:t>
            </a:r>
            <a:r>
              <a:rPr lang="en-US" b="1" dirty="0" err="1" smtClean="0"/>
              <a:t>mengion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Pb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 </a:t>
            </a:r>
            <a:r>
              <a:rPr lang="en-US" b="1" dirty="0" err="1" smtClean="0"/>
              <a:t>Bahaya</a:t>
            </a:r>
            <a:r>
              <a:rPr lang="en-US" b="1" dirty="0" smtClean="0"/>
              <a:t> </a:t>
            </a:r>
            <a:r>
              <a:rPr lang="en-US" b="1" dirty="0" err="1" smtClean="0"/>
              <a:t>badan</a:t>
            </a:r>
            <a:r>
              <a:rPr lang="en-US" b="1" dirty="0" smtClean="0"/>
              <a:t> </a:t>
            </a:r>
            <a:r>
              <a:rPr lang="en-US" b="1" dirty="0" err="1" smtClean="0"/>
              <a:t>kimia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PVC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•  </a:t>
            </a:r>
            <a:r>
              <a:rPr lang="en-US" b="1" dirty="0" err="1" smtClean="0"/>
              <a:t>Bahaya</a:t>
            </a:r>
            <a:r>
              <a:rPr lang="en-US" b="1" dirty="0" smtClean="0"/>
              <a:t> </a:t>
            </a:r>
            <a:r>
              <a:rPr lang="en-US" b="1" dirty="0" err="1" smtClean="0"/>
              <a:t>benda</a:t>
            </a:r>
            <a:r>
              <a:rPr lang="en-US" b="1" dirty="0" smtClean="0"/>
              <a:t> </a:t>
            </a:r>
            <a:r>
              <a:rPr lang="en-US" b="1" dirty="0" err="1" smtClean="0"/>
              <a:t>tajam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kulit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 </a:t>
            </a:r>
            <a:r>
              <a:rPr lang="en-US" b="1" dirty="0" err="1" smtClean="0"/>
              <a:t>Bahaya</a:t>
            </a:r>
            <a:r>
              <a:rPr lang="en-US" b="1" dirty="0" smtClean="0"/>
              <a:t> </a:t>
            </a:r>
            <a:r>
              <a:rPr lang="en-US" b="1" dirty="0" err="1" smtClean="0"/>
              <a:t>listrik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karet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 smtClean="0"/>
              <a:t>•  </a:t>
            </a:r>
            <a:r>
              <a:rPr lang="en-US" b="1" dirty="0" err="1" smtClean="0"/>
              <a:t>Pekerjaan</a:t>
            </a:r>
            <a:r>
              <a:rPr lang="en-US" b="1" dirty="0" smtClean="0"/>
              <a:t> – </a:t>
            </a:r>
            <a:r>
              <a:rPr lang="en-US" b="1" dirty="0" err="1" smtClean="0"/>
              <a:t>pekerjaan</a:t>
            </a:r>
            <a:r>
              <a:rPr lang="en-US" b="1" dirty="0" smtClean="0"/>
              <a:t> </a:t>
            </a:r>
            <a:r>
              <a:rPr lang="en-US" b="1" dirty="0" err="1" smtClean="0"/>
              <a:t>ringan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katun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109" y="3424996"/>
            <a:ext cx="4812146" cy="313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3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52945" y="1883275"/>
            <a:ext cx="792480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2.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Lengan</a:t>
            </a:r>
            <a:endParaRPr lang="en-US" sz="2000" b="1" dirty="0" smtClean="0"/>
          </a:p>
          <a:p>
            <a:endParaRPr lang="en-US" sz="2000" b="1" dirty="0" smtClean="0"/>
          </a:p>
          <a:p>
            <a:pPr>
              <a:lnSpc>
                <a:spcPct val="150000"/>
              </a:lnSpc>
            </a:pPr>
            <a:r>
              <a:rPr lang="en-US" b="1" dirty="0" err="1" smtClean="0"/>
              <a:t>Seperti</a:t>
            </a:r>
            <a:r>
              <a:rPr lang="en-US" b="1" dirty="0" smtClean="0"/>
              <a:t> </a:t>
            </a:r>
            <a:r>
              <a:rPr lang="en-US" b="1" dirty="0" err="1" smtClean="0"/>
              <a:t>pada</a:t>
            </a:r>
            <a:r>
              <a:rPr lang="en-US" b="1" dirty="0" smtClean="0"/>
              <a:t> </a:t>
            </a:r>
            <a:r>
              <a:rPr lang="en-US" b="1" dirty="0" err="1" smtClean="0"/>
              <a:t>sarung</a:t>
            </a:r>
            <a:r>
              <a:rPr lang="en-US" b="1" dirty="0" smtClean="0"/>
              <a:t> </a:t>
            </a:r>
            <a:r>
              <a:rPr lang="en-US" b="1" dirty="0" err="1" smtClean="0"/>
              <a:t>tangan</a:t>
            </a:r>
            <a:r>
              <a:rPr lang="en-US" b="1" dirty="0" smtClean="0"/>
              <a:t> </a:t>
            </a:r>
            <a:r>
              <a:rPr lang="en-US" b="1" dirty="0" err="1" smtClean="0"/>
              <a:t>alat</a:t>
            </a:r>
            <a:r>
              <a:rPr lang="en-US" b="1" dirty="0" smtClean="0"/>
              <a:t> </a:t>
            </a:r>
            <a:r>
              <a:rPr lang="en-US" b="1" dirty="0" err="1" smtClean="0"/>
              <a:t>ini</a:t>
            </a:r>
            <a:r>
              <a:rPr lang="en-US" b="1" dirty="0" smtClean="0"/>
              <a:t> </a:t>
            </a:r>
            <a:r>
              <a:rPr lang="en-US" b="1" dirty="0" err="1" smtClean="0"/>
              <a:t>terbuat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</a:t>
            </a:r>
            <a:r>
              <a:rPr lang="en-US" b="1" dirty="0" err="1" smtClean="0"/>
              <a:t>beraneka</a:t>
            </a:r>
            <a:r>
              <a:rPr lang="en-US" b="1" dirty="0" smtClean="0"/>
              <a:t> </a:t>
            </a:r>
            <a:r>
              <a:rPr lang="en-US" b="1" dirty="0" err="1" smtClean="0"/>
              <a:t>macam</a:t>
            </a:r>
            <a:r>
              <a:rPr lang="en-US" b="1" dirty="0" smtClean="0"/>
              <a:t> </a:t>
            </a:r>
            <a:r>
              <a:rPr lang="en-US" b="1" dirty="0" err="1" smtClean="0"/>
              <a:t>bahan</a:t>
            </a:r>
            <a:r>
              <a:rPr lang="en-US" b="1" dirty="0" smtClean="0"/>
              <a:t> yang </a:t>
            </a:r>
            <a:r>
              <a:rPr lang="en-US" b="1" dirty="0" err="1" smtClean="0"/>
              <a:t>sesuai</a:t>
            </a:r>
            <a:r>
              <a:rPr lang="en-US" b="1" dirty="0" smtClean="0"/>
              <a:t> </a:t>
            </a:r>
            <a:r>
              <a:rPr lang="en-US" b="1" dirty="0" err="1" smtClean="0"/>
              <a:t>dengan</a:t>
            </a:r>
            <a:r>
              <a:rPr lang="en-US" b="1" dirty="0" smtClean="0"/>
              <a:t> </a:t>
            </a:r>
            <a:r>
              <a:rPr lang="en-US" b="1" dirty="0" err="1" smtClean="0"/>
              <a:t>bahaya</a:t>
            </a:r>
            <a:r>
              <a:rPr lang="en-US" b="1" dirty="0" smtClean="0"/>
              <a:t> yang </a:t>
            </a:r>
            <a:r>
              <a:rPr lang="en-US" b="1" dirty="0" err="1" smtClean="0"/>
              <a:t>dilindungi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131098" y="3582477"/>
            <a:ext cx="40370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3. </a:t>
            </a:r>
            <a:r>
              <a:rPr lang="en-US" sz="2000" b="1" dirty="0" err="1" smtClean="0"/>
              <a:t>Alat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Pelindung</a:t>
            </a:r>
            <a:r>
              <a:rPr lang="en-US" sz="2000" b="1" dirty="0" smtClean="0"/>
              <a:t> Kaki (Safety Shoes)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145309" y="412792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• Sepatu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pekerjaan</a:t>
            </a:r>
            <a:r>
              <a:rPr lang="en-US" dirty="0" smtClean="0"/>
              <a:t> </a:t>
            </a:r>
            <a:r>
              <a:rPr lang="en-US" dirty="0" err="1" smtClean="0"/>
              <a:t>pengecoran</a:t>
            </a:r>
            <a:r>
              <a:rPr lang="en-US" dirty="0" smtClean="0"/>
              <a:t> </a:t>
            </a:r>
            <a:r>
              <a:rPr lang="en-US" dirty="0" err="1" smtClean="0"/>
              <a:t>logam</a:t>
            </a:r>
            <a:r>
              <a:rPr lang="en-US" dirty="0" smtClean="0"/>
              <a:t>     </a:t>
            </a:r>
            <a:r>
              <a:rPr lang="en-US" dirty="0" err="1" smtClean="0"/>
              <a:t>terbuat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kulit</a:t>
            </a:r>
            <a:r>
              <a:rPr lang="en-US" dirty="0" smtClean="0"/>
              <a:t> yang </a:t>
            </a:r>
            <a:r>
              <a:rPr lang="en-US" dirty="0" err="1" smtClean="0"/>
              <a:t>dilapisi</a:t>
            </a:r>
            <a:r>
              <a:rPr lang="en-US" dirty="0" smtClean="0"/>
              <a:t> </a:t>
            </a:r>
            <a:r>
              <a:rPr lang="en-US" dirty="0" err="1" smtClean="0"/>
              <a:t>asbes</a:t>
            </a:r>
            <a:endParaRPr lang="en-US" dirty="0" smtClean="0"/>
          </a:p>
          <a:p>
            <a:r>
              <a:rPr lang="en-US" dirty="0" smtClean="0"/>
              <a:t>• Sepatu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penanganan</a:t>
            </a:r>
            <a:r>
              <a:rPr lang="en-US" dirty="0" smtClean="0"/>
              <a:t> </a:t>
            </a:r>
            <a:r>
              <a:rPr lang="en-US" dirty="0" err="1" smtClean="0"/>
              <a:t>bahan</a:t>
            </a:r>
            <a:r>
              <a:rPr lang="en-US" dirty="0" smtClean="0"/>
              <a:t> </a:t>
            </a:r>
            <a:r>
              <a:rPr lang="en-US" dirty="0" err="1" smtClean="0"/>
              <a:t>peledak</a:t>
            </a:r>
            <a:r>
              <a:rPr lang="en-US" dirty="0" smtClean="0"/>
              <a:t>  </a:t>
            </a:r>
            <a:r>
              <a:rPr lang="en-US" dirty="0" err="1" smtClean="0"/>
              <a:t>terbuat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kulit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paku</a:t>
            </a:r>
            <a:endParaRPr lang="en-US" dirty="0" smtClean="0"/>
          </a:p>
          <a:p>
            <a:r>
              <a:rPr lang="en-US" dirty="0" smtClean="0"/>
              <a:t>• Sepatu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pekerjaan</a:t>
            </a:r>
            <a:r>
              <a:rPr lang="en-US" dirty="0" smtClean="0"/>
              <a:t> </a:t>
            </a:r>
            <a:r>
              <a:rPr lang="en-US" dirty="0" err="1" smtClean="0"/>
              <a:t>listrik</a:t>
            </a:r>
            <a:r>
              <a:rPr lang="en-US" dirty="0" smtClean="0"/>
              <a:t> </a:t>
            </a:r>
            <a:r>
              <a:rPr lang="en-US" dirty="0" err="1" smtClean="0"/>
              <a:t>terbuat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karet</a:t>
            </a:r>
            <a:r>
              <a:rPr lang="en-US" dirty="0" smtClean="0"/>
              <a:t> yang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menahan</a:t>
            </a:r>
            <a:r>
              <a:rPr lang="en-US" dirty="0" smtClean="0"/>
              <a:t> </a:t>
            </a:r>
            <a:r>
              <a:rPr lang="en-US" dirty="0" err="1" smtClean="0"/>
              <a:t>arus</a:t>
            </a:r>
            <a:r>
              <a:rPr lang="en-US" dirty="0" smtClean="0"/>
              <a:t> 10.000 volt </a:t>
            </a:r>
            <a:r>
              <a:rPr lang="en-US" dirty="0" err="1" smtClean="0"/>
              <a:t>selama</a:t>
            </a:r>
            <a:r>
              <a:rPr lang="en-US" dirty="0" smtClean="0"/>
              <a:t> 3 </a:t>
            </a:r>
            <a:r>
              <a:rPr lang="en-US" dirty="0" err="1" smtClean="0"/>
              <a:t>menit</a:t>
            </a:r>
            <a:endParaRPr lang="en-US" dirty="0" smtClean="0"/>
          </a:p>
          <a:p>
            <a:r>
              <a:rPr lang="en-US" dirty="0" smtClean="0"/>
              <a:t>• Sepatu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segala</a:t>
            </a:r>
            <a:r>
              <a:rPr lang="en-US" dirty="0" smtClean="0"/>
              <a:t> </a:t>
            </a:r>
            <a:r>
              <a:rPr lang="en-US" dirty="0" err="1" smtClean="0"/>
              <a:t>pekerjaan</a:t>
            </a:r>
            <a:r>
              <a:rPr lang="en-US" dirty="0" smtClean="0"/>
              <a:t> yang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kemungkinan</a:t>
            </a:r>
            <a:r>
              <a:rPr lang="en-US" dirty="0" smtClean="0"/>
              <a:t> kaki </a:t>
            </a:r>
            <a:r>
              <a:rPr lang="en-US" dirty="0" err="1" smtClean="0"/>
              <a:t>terbentur</a:t>
            </a:r>
            <a:r>
              <a:rPr lang="en-US" dirty="0" smtClean="0"/>
              <a:t>, </a:t>
            </a:r>
            <a:r>
              <a:rPr lang="en-US" dirty="0" err="1" smtClean="0"/>
              <a:t>tertusuk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kejatuhan</a:t>
            </a:r>
            <a:r>
              <a:rPr lang="en-US" dirty="0" smtClean="0"/>
              <a:t>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terbuat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kulit</a:t>
            </a:r>
            <a:r>
              <a:rPr lang="en-US" dirty="0" smtClean="0"/>
              <a:t> </a:t>
            </a:r>
            <a:r>
              <a:rPr lang="en-US" dirty="0" err="1" smtClean="0"/>
              <a:t>dilapisi</a:t>
            </a:r>
            <a:r>
              <a:rPr lang="en-US" dirty="0" smtClean="0"/>
              <a:t> </a:t>
            </a:r>
            <a:r>
              <a:rPr lang="en-US" dirty="0" err="1" smtClean="0"/>
              <a:t>baja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ujungnya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582" y="2770477"/>
            <a:ext cx="1738125" cy="162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1582" y="5004493"/>
            <a:ext cx="1738125" cy="16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68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078122" y="1175388"/>
            <a:ext cx="4036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rgbClr val="FF0000"/>
                </a:solidFill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Pencegah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Jatuh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4757" y="1944829"/>
            <a:ext cx="887100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1.Sabuk </a:t>
            </a:r>
            <a:r>
              <a:rPr lang="en-US" sz="2000" b="1" dirty="0" err="1" smtClean="0"/>
              <a:t>Keselamatan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Safety Belt</a:t>
            </a:r>
            <a:r>
              <a:rPr lang="en-US" sz="2000" b="1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•  </a:t>
            </a:r>
            <a:r>
              <a:rPr lang="en-US" dirty="0" err="1" smtClean="0"/>
              <a:t>Berfungsi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melindungi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pemakai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kemungkinan</a:t>
            </a:r>
            <a:r>
              <a:rPr lang="en-US" dirty="0" smtClean="0"/>
              <a:t> </a:t>
            </a:r>
            <a:r>
              <a:rPr lang="en-US" dirty="0" err="1" smtClean="0"/>
              <a:t>jatuh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ketinggian</a:t>
            </a:r>
            <a:r>
              <a:rPr lang="en-US" dirty="0" smtClean="0"/>
              <a:t>,     	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pekerjaan</a:t>
            </a:r>
            <a:r>
              <a:rPr lang="en-US" dirty="0" smtClean="0"/>
              <a:t> 2m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lantai</a:t>
            </a:r>
            <a:r>
              <a:rPr lang="en-US" dirty="0" smtClean="0"/>
              <a:t> </a:t>
            </a:r>
            <a:r>
              <a:rPr lang="en-US" dirty="0" err="1" smtClean="0"/>
              <a:t>kerja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30122" y="2997109"/>
            <a:ext cx="6096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smtClean="0"/>
              <a:t>2. </a:t>
            </a:r>
            <a:r>
              <a:rPr lang="en-US" sz="2000" b="1" dirty="0" err="1" smtClean="0"/>
              <a:t>Sabuk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untuk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penolong</a:t>
            </a:r>
            <a:endParaRPr lang="en-US" sz="2000" b="1" dirty="0" smtClean="0"/>
          </a:p>
          <a:p>
            <a:r>
              <a:rPr lang="en-US" dirty="0" smtClean="0"/>
              <a:t> • 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menolong</a:t>
            </a:r>
            <a:r>
              <a:rPr lang="en-US" dirty="0" smtClean="0"/>
              <a:t> </a:t>
            </a:r>
            <a:r>
              <a:rPr lang="en-US" dirty="0" err="1" smtClean="0"/>
              <a:t>korban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ketinggian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30122" y="3844793"/>
            <a:ext cx="836832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3. </a:t>
            </a:r>
            <a:r>
              <a:rPr lang="en-US" sz="2000" b="1" dirty="0" err="1" smtClean="0"/>
              <a:t>Jaring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Keselamatan</a:t>
            </a:r>
            <a:r>
              <a:rPr lang="en-US" sz="2000" b="1" dirty="0" smtClean="0"/>
              <a:t> (</a:t>
            </a:r>
            <a:r>
              <a:rPr lang="en-US" sz="2000" b="1" i="1" dirty="0" smtClean="0"/>
              <a:t>Safety Net</a:t>
            </a:r>
            <a:r>
              <a:rPr lang="en-US" sz="2000" b="1" dirty="0" smtClean="0"/>
              <a:t>)</a:t>
            </a:r>
          </a:p>
          <a:p>
            <a:r>
              <a:rPr lang="en-US" dirty="0" smtClean="0"/>
              <a:t> • 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pekerjaan</a:t>
            </a:r>
            <a:r>
              <a:rPr lang="en-US" dirty="0" smtClean="0"/>
              <a:t> </a:t>
            </a:r>
            <a:r>
              <a:rPr lang="en-US" dirty="0" err="1" smtClean="0"/>
              <a:t>konstruksi</a:t>
            </a:r>
            <a:r>
              <a:rPr lang="en-US" dirty="0" smtClean="0"/>
              <a:t> yang </a:t>
            </a:r>
            <a:r>
              <a:rPr lang="en-US" dirty="0" err="1" smtClean="0"/>
              <a:t>berada</a:t>
            </a:r>
            <a:r>
              <a:rPr lang="en-US" dirty="0" smtClean="0"/>
              <a:t> di </a:t>
            </a:r>
            <a:r>
              <a:rPr lang="en-US" dirty="0" err="1" smtClean="0"/>
              <a:t>ketinggian</a:t>
            </a:r>
            <a:r>
              <a:rPr lang="en-US" dirty="0" smtClean="0"/>
              <a:t> (</a:t>
            </a:r>
            <a:r>
              <a:rPr lang="en-US" i="1" dirty="0" smtClean="0"/>
              <a:t>Working at Height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632" y="4536909"/>
            <a:ext cx="2131897" cy="2012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309" y="4622008"/>
            <a:ext cx="2661699" cy="192750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04540" y="6520039"/>
            <a:ext cx="1088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(</a:t>
            </a:r>
            <a:r>
              <a:rPr lang="en-US" sz="1400" i="1" dirty="0" smtClean="0"/>
              <a:t>Safety Belt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615973" y="6513830"/>
            <a:ext cx="1079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</a:t>
            </a:r>
            <a:r>
              <a:rPr lang="en-US" sz="1400" i="1" dirty="0" smtClean="0"/>
              <a:t>Safety Net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81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103367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330135" y="1058399"/>
            <a:ext cx="5061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</a:rPr>
              <a:t>Alat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Pencegah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Tenggelam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5145" y="2279980"/>
            <a:ext cx="8171290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/>
              <a:t>Alat</a:t>
            </a:r>
            <a:r>
              <a:rPr lang="en-US" sz="2000" dirty="0" smtClean="0"/>
              <a:t> </a:t>
            </a:r>
            <a:r>
              <a:rPr lang="en-US" sz="2000" dirty="0" err="1" smtClean="0"/>
              <a:t>pencegah</a:t>
            </a:r>
            <a:r>
              <a:rPr lang="en-US" sz="2000" dirty="0" smtClean="0"/>
              <a:t> </a:t>
            </a:r>
            <a:r>
              <a:rPr lang="en-US" sz="2000" dirty="0" err="1" smtClean="0"/>
              <a:t>tenggelam</a:t>
            </a:r>
            <a:r>
              <a:rPr lang="en-US" sz="2000" dirty="0" smtClean="0"/>
              <a:t> (Life Jacket) </a:t>
            </a:r>
            <a:r>
              <a:rPr lang="en-US" sz="2000" dirty="0" err="1" smtClean="0"/>
              <a:t>berfungsi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melindungi</a:t>
            </a:r>
            <a:r>
              <a:rPr lang="en-US" sz="2000" dirty="0" smtClean="0"/>
              <a:t> </a:t>
            </a:r>
            <a:r>
              <a:rPr lang="en-US" sz="2000" dirty="0" err="1" smtClean="0"/>
              <a:t>si</a:t>
            </a:r>
            <a:r>
              <a:rPr lang="en-US" sz="2000" dirty="0" smtClean="0"/>
              <a:t> </a:t>
            </a:r>
            <a:r>
              <a:rPr lang="en-US" sz="2000" dirty="0" err="1" smtClean="0"/>
              <a:t>pemakai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kemungkinan</a:t>
            </a:r>
            <a:r>
              <a:rPr lang="en-US" sz="2000" dirty="0" smtClean="0"/>
              <a:t> </a:t>
            </a:r>
            <a:r>
              <a:rPr lang="en-US" sz="2000" dirty="0" err="1" smtClean="0"/>
              <a:t>bahaya</a:t>
            </a:r>
            <a:r>
              <a:rPr lang="en-US" sz="2000" dirty="0" smtClean="0"/>
              <a:t> </a:t>
            </a:r>
            <a:r>
              <a:rPr lang="en-US" sz="2000" dirty="0" err="1" smtClean="0"/>
              <a:t>tenggelam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</a:t>
            </a:r>
            <a:r>
              <a:rPr lang="en-US" sz="2000" dirty="0" err="1" smtClean="0"/>
              <a:t>pekerjaan</a:t>
            </a:r>
            <a:r>
              <a:rPr lang="en-US" sz="2000" dirty="0" smtClean="0"/>
              <a:t> </a:t>
            </a:r>
            <a:r>
              <a:rPr lang="en-US" sz="2000" dirty="0" err="1" smtClean="0"/>
              <a:t>diatas</a:t>
            </a:r>
            <a:r>
              <a:rPr lang="en-US" sz="2000" dirty="0" smtClean="0"/>
              <a:t> air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659" y="2609476"/>
            <a:ext cx="2317500" cy="256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40269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60429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 err="1" smtClean="0">
                <a:solidFill>
                  <a:srgbClr val="FF0000"/>
                </a:solidFill>
              </a:rPr>
              <a:t>Terima</a:t>
            </a:r>
            <a:r>
              <a:rPr lang="en-US" sz="8800" b="1" dirty="0" smtClean="0">
                <a:solidFill>
                  <a:srgbClr val="FF0000"/>
                </a:solidFill>
              </a:rPr>
              <a:t> </a:t>
            </a:r>
            <a:r>
              <a:rPr lang="en-US" sz="8800" b="1" dirty="0" err="1" smtClean="0">
                <a:solidFill>
                  <a:srgbClr val="FF0000"/>
                </a:solidFill>
              </a:rPr>
              <a:t>kasih</a:t>
            </a:r>
            <a:endParaRPr lang="en-US" sz="8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076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95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6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60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2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822</Words>
  <Application>Microsoft Office PowerPoint</Application>
  <PresentationFormat>Widescreen</PresentationFormat>
  <Paragraphs>110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 Condensed</vt:lpstr>
      <vt:lpstr>Calibri</vt:lpstr>
      <vt:lpstr>Calibri Light</vt:lpstr>
      <vt:lpstr>Times New Roman</vt:lpstr>
      <vt:lpstr>Office Theme</vt:lpstr>
      <vt:lpstr>3. ALAT PELINDUNG DIRI (APD)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ALAT PELINDUNG DIRI (APD)</dc:title>
  <dc:creator>asus</dc:creator>
  <cp:lastModifiedBy>asus</cp:lastModifiedBy>
  <cp:revision>24</cp:revision>
  <dcterms:created xsi:type="dcterms:W3CDTF">2024-08-11T00:35:09Z</dcterms:created>
  <dcterms:modified xsi:type="dcterms:W3CDTF">2024-08-12T23:43:01Z</dcterms:modified>
</cp:coreProperties>
</file>